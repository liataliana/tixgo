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User Manual &amp; Basis Data:</a:t>
            </a:r>
          </a:p>
          <a:p>
            <a:r>
              <a:t>TixGo E-Ticketing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Disusun oleh: Kelompok Magfi Adi Radza Putra</a:t>
            </a:r>
          </a:p>
          <a:p>
            <a:r>
              <a:t>Tema: Nature &amp; Premium Travel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Daftar 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Panduan Role: User Biasa</a:t>
            </a:r>
          </a:p>
          <a:p>
            <a:pPr>
              <a:defRPr sz="1600"/>
            </a:pPr>
            <a:r>
              <a:t>2. Panduan Role: Manager</a:t>
            </a:r>
          </a:p>
          <a:p>
            <a:pPr>
              <a:defRPr sz="1600"/>
            </a:pPr>
            <a:r>
              <a:t>3. Panduan Role: Super Admin</a:t>
            </a:r>
          </a:p>
          <a:p>
            <a:pPr>
              <a:defRPr sz="1600"/>
            </a:pPr>
            <a:r>
              <a:t>4. Penjelasan Basis Data: Constraint (NOT NULL, PK, Default, Unique)</a:t>
            </a:r>
          </a:p>
          <a:p>
            <a:pPr>
              <a:defRPr sz="1600"/>
            </a:pPr>
            <a:r>
              <a:t>5. Penjelasan Basis Data: RDBMS &amp; Relasi Antar Tabel</a:t>
            </a:r>
          </a:p>
          <a:p>
            <a:pPr>
              <a:defRPr sz="1600"/>
            </a:pPr>
            <a:r>
              <a:t>6. Penjelasan Basis Data: Normalisasi (1NF, 2NF, 3NF)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1. Panduan Role: User Biasa (Pelanggan)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biasa adalah role default setelah pendaftaran pelanggan.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Langkah-Langkah Pemesanan:</a:t>
            </a:r>
          </a:p>
          <a:p>
            <a:pPr>
              <a:defRPr sz="1600"/>
            </a:pPr>
            <a:r>
              <a:t>1. Buka Halaman Utama (Landing Page) TixGo.</a:t>
            </a:r>
          </a:p>
          <a:p>
            <a:pPr>
              <a:defRPr sz="1600"/>
            </a:pPr>
            <a:r>
              <a:t>2. Pilih Kategori Tiket (Pesawat, Kereta, Hotel, Bus, Villa) pada card 3D.</a:t>
            </a:r>
          </a:p>
          <a:p>
            <a:pPr>
              <a:defRPr sz="1600"/>
            </a:pPr>
            <a:r>
              <a:t>3. Masukkan kriteria pencarian dan pilih jadwal/tiket yang tersedia.</a:t>
            </a:r>
          </a:p>
          <a:p>
            <a:pPr>
              <a:defRPr sz="1600"/>
            </a:pPr>
            <a:r>
              <a:t>4. Klik tombol 'Pesan Tiket', isi form data penumpang jika diminta.</a:t>
            </a:r>
          </a:p>
          <a:p>
            <a:pPr>
              <a:defRPr sz="1600"/>
            </a:pPr>
            <a:r>
              <a:t>5. Lanjut ke halaman Checkout untuk melakukan pembayaran.</a:t>
            </a:r>
          </a:p>
          <a:p>
            <a:pPr>
              <a:defRPr sz="1600"/>
            </a:pPr>
            <a:r>
              <a:t>6. Upload bukti pembayaran dan tunggu konfirmasi dari Manager.</a:t>
            </a:r>
          </a:p>
          <a:p>
            <a:pPr>
              <a:defRPr sz="1600"/>
            </a:pPr>
            <a:r>
              <a:t>7. Buka menu 'Dashboard User' untuk melihat status dan mencetak E-Ticket.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MASUKKAN SCREENSHOT DI SINI ]</a:t>
            </a:r>
          </a:p>
          <a:p>
            <a:r>
              <a:t>Klik Kanan -&gt; Change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2. Panduan Role: Manager (Admin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Manager bertugas mengelola data operasional dan verifikasi pembayaran.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Tugas Utama &amp; Langkahnya:</a:t>
            </a:r>
          </a:p>
          <a:p>
            <a:pPr>
              <a:defRPr sz="1600"/>
            </a:pPr>
            <a:r>
              <a:t>1. Login sebagai Manager dan masuk ke 'Manager Dashboard'.</a:t>
            </a:r>
          </a:p>
          <a:p>
            <a:pPr>
              <a:defRPr sz="1600"/>
            </a:pPr>
            <a:r>
              <a:t>2. Kelola Tiket: Masuk ke menu 'Manajemen Tiket'. Manager bisa</a:t>
            </a:r>
          </a:p>
          <a:p>
            <a:pPr>
              <a:defRPr sz="1600"/>
            </a:pPr>
            <a:r>
              <a:t>   menambah (Create), mengedit (Update), atau menghapus (Delete) tiket.</a:t>
            </a:r>
          </a:p>
          <a:p>
            <a:pPr>
              <a:defRPr sz="1600"/>
            </a:pPr>
            <a:r>
              <a:t>3. Kelola Jadwal Penerbangan/Transportasi di menu terkait.</a:t>
            </a:r>
          </a:p>
          <a:p>
            <a:pPr>
              <a:defRPr sz="1600"/>
            </a:pPr>
            <a:r>
              <a:t>4. Verifikasi Pembayaran: Masuk ke menu 'Transaksi &amp; Pembayaran'.</a:t>
            </a:r>
          </a:p>
          <a:p>
            <a:pPr>
              <a:defRPr sz="1600"/>
            </a:pPr>
            <a:r>
              <a:t>   Manager mengecek bukti upload user dan mengubah status</a:t>
            </a:r>
          </a:p>
          <a:p>
            <a:pPr>
              <a:defRPr sz="1600"/>
            </a:pPr>
            <a:r>
              <a:t>   pembayaran dari 'Pending' menjadi 'Success'.</a:t>
            </a:r>
          </a:p>
          <a:p>
            <a:pPr>
              <a:defRPr sz="1600"/>
            </a:pPr>
            <a:r>
              <a:t>5. Setelah diverifikasi, E-Ticket user akan otomatis aktif.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MASUKKAN SCREENSHOT DI SINI ]</a:t>
            </a:r>
          </a:p>
          <a:p>
            <a:r>
              <a:t>Klik Kanan -&gt; Change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3. Panduan Role: Super Admin (Owner)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 Admin memegang kendali penuh atas sistem dan hak akses.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Tugas Utama &amp; Langkahnya:</a:t>
            </a:r>
          </a:p>
          <a:p>
            <a:pPr>
              <a:defRPr sz="1600"/>
            </a:pPr>
            <a:r>
              <a:t>1. Login sebagai Super Admin dan masuk ke 'Super Admin Panel'.</a:t>
            </a:r>
          </a:p>
          <a:p>
            <a:pPr>
              <a:defRPr sz="1600"/>
            </a:pPr>
            <a:r>
              <a:t>2. Kelola Role User: Buka menu 'Manajemen Akun User'.</a:t>
            </a:r>
          </a:p>
          <a:p>
            <a:pPr>
              <a:defRPr sz="1600"/>
            </a:pPr>
            <a:r>
              <a:t>3. Super Admin dapat mengubah role akun biasa menjadi 'manager'</a:t>
            </a:r>
          </a:p>
          <a:p>
            <a:pPr>
              <a:defRPr sz="1600"/>
            </a:pPr>
            <a:r>
              <a:t>   atau 'super_admin'.</a:t>
            </a:r>
          </a:p>
          <a:p>
            <a:pPr>
              <a:defRPr sz="1600"/>
            </a:pPr>
            <a:r>
              <a:t>4. Lihat Laporan Total: Dashboard Super Admin menampilkan</a:t>
            </a:r>
          </a:p>
          <a:p>
            <a:pPr>
              <a:defRPr sz="1600"/>
            </a:pPr>
            <a:r>
              <a:t>   statistik total pendapatan, total tiket terjual, dan status transaksi.</a:t>
            </a:r>
          </a:p>
          <a:p>
            <a:pPr>
              <a:defRPr sz="1600"/>
            </a:pPr>
            <a:r>
              <a:t>5. Akses penuh ke semua fitur Manager dengan otoritas penghapusan data master.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MASUKKAN SCREENSHOT DI SINI ]</a:t>
            </a:r>
          </a:p>
          <a:p>
            <a:r>
              <a:t>Klik Kanan -&gt; Change Picture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4. Penjelasan Basis Data: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TixGo mengimplementasikan berbagai konstrain untuk menjaga integritas data.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PRIMARY KEY (PK): Contoh pada tabel 'users' kolom 'id'.</a:t>
            </a:r>
          </a:p>
          <a:p>
            <a:pPr>
              <a:defRPr sz="1600"/>
            </a:pPr>
            <a:r>
              <a:t>   Menjamin setiap baris user memiliki identitas unik.</a:t>
            </a:r>
          </a:p>
          <a:p>
            <a:pPr>
              <a:defRPr sz="1600"/>
            </a:pPr>
            <a:r>
              <a:t>2. NOT NULL: Contoh pada tabel 'tixgo_tickets' kolom 'name'.</a:t>
            </a:r>
          </a:p>
          <a:p>
            <a:pPr>
              <a:defRPr sz="1600"/>
            </a:pPr>
            <a:r>
              <a:t>   Mencegah tiket tersimpan tanpa nama.</a:t>
            </a:r>
          </a:p>
          <a:p>
            <a:pPr>
              <a:defRPr sz="1600"/>
            </a:pPr>
            <a:r>
              <a:t>3. UNIQUE: Contoh pada tabel 'users' kolom 'email'.</a:t>
            </a:r>
          </a:p>
          <a:p>
            <a:pPr>
              <a:defRPr sz="1600"/>
            </a:pPr>
            <a:r>
              <a:t>   Mencegah adanya 2 user dengan email yang sama.</a:t>
            </a:r>
          </a:p>
          <a:p>
            <a:pPr>
              <a:defRPr sz="1600"/>
            </a:pPr>
            <a:r>
              <a:t>4. DEFAULT: Contoh pada tabel 'users' kolom 'role' (default 'user').</a:t>
            </a:r>
          </a:p>
          <a:p>
            <a:pPr>
              <a:defRPr sz="1600"/>
            </a:pPr>
            <a:r>
              <a:t>   Jika saat register role tidak diisi, otomatis menjadi user biasa.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MASUKKAN SCREENSHOT DI SINI ]</a:t>
            </a:r>
          </a:p>
          <a:p>
            <a:r>
              <a:t>Klik Kanan -&gt; Change Picture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5. Penjelasan Basis Data: RDBMS &amp; Relasi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TixGo menggunakan Relational Database (MySQL) dengan integritas data (Foreign Key).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Relasi 1-to-N (One to Many):</a:t>
            </a:r>
          </a:p>
          <a:p>
            <a:pPr>
              <a:defRPr sz="1600"/>
            </a:pPr>
            <a:r>
              <a:t>   - Relasi Tabel 'users' ke 'bookings'.</a:t>
            </a:r>
          </a:p>
          <a:p>
            <a:pPr>
              <a:defRPr sz="1600"/>
            </a:pPr>
            <a:r>
              <a:t>   - 1 User bisa memiliki Banyak (N) Booking.</a:t>
            </a:r>
          </a:p>
          <a:p>
            <a:pPr>
              <a:defRPr sz="1600"/>
            </a:pPr>
            <a:r>
              <a:t>   - Relasi Tabel 'categories' ke 'tixgo_tickets'.</a:t>
            </a:r>
          </a:p>
          <a:p>
            <a:pPr>
              <a:defRPr sz="1600"/>
            </a:pPr>
            <a:r>
              <a:t>   - 1 Kategori (misal Penerbangan) bisa memiliki Banyak (N) Tiket.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Relasi 1-to-1 (One to One):</a:t>
            </a:r>
          </a:p>
          <a:p>
            <a:pPr>
              <a:defRPr sz="1600"/>
            </a:pPr>
            <a:r>
              <a:t>   - Relasi Tabel 'bookings' ke 'payments'.</a:t>
            </a:r>
          </a:p>
          <a:p>
            <a:pPr>
              <a:defRPr sz="1600"/>
            </a:pPr>
            <a:r>
              <a:t>   - 1 Booking hanya memiliki 1 data Pembayaran spesifik.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MASUKKAN SCREENSHOT DI SINI ]</a:t>
            </a:r>
          </a:p>
          <a:p>
            <a:r>
              <a:t>Klik Kanan -&gt; Change Picture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6. Penjelasan Basis Data: Normalisasi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Struktur database telah dinormalisasi untuk mencegah duplikasi (anomali).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1NF (Bentuk Normal Pertama):</a:t>
            </a:r>
          </a:p>
          <a:p>
            <a:pPr>
              <a:defRPr sz="1600"/>
            </a:pPr>
            <a:r>
              <a:t>   Semua atribut bernilai atomik (tidak ada multiple values).</a:t>
            </a:r>
          </a:p>
          <a:p>
            <a:pPr>
              <a:defRPr sz="1600"/>
            </a:pPr>
            <a:r>
              <a:t>   Contoh: Alamat tidak digabung dengan nama jalan, kota terpisah.</a:t>
            </a:r>
          </a:p>
          <a:p>
            <a:pPr>
              <a:defRPr sz="1600"/>
            </a:pPr>
            <a:r>
              <a:t>2. 2NF (Bentuk Normal Kedua):</a:t>
            </a:r>
          </a:p>
          <a:p>
            <a:pPr>
              <a:defRPr sz="1600"/>
            </a:pPr>
            <a:r>
              <a:t>   Memenuhi 1NF dan tidak ada dependensi parsial.</a:t>
            </a:r>
          </a:p>
          <a:p>
            <a:pPr>
              <a:defRPr sz="1600"/>
            </a:pPr>
            <a:r>
              <a:t>   Contoh: Detail penumpang di tabel 'booking_passengers' terpisah</a:t>
            </a:r>
          </a:p>
          <a:p>
            <a:pPr>
              <a:defRPr sz="1600"/>
            </a:pPr>
            <a:r>
              <a:t>   dari tabel 'bookings', menggunakan 'booking_id'.</a:t>
            </a:r>
          </a:p>
          <a:p>
            <a:pPr>
              <a:defRPr sz="1600"/>
            </a:pPr>
            <a:r>
              <a:t>3. 3NF (Bentuk Normal Ketiga):</a:t>
            </a:r>
          </a:p>
          <a:p>
            <a:pPr>
              <a:defRPr sz="1600"/>
            </a:pPr>
            <a:r>
              <a:t>   Memenuhi 2NF dan tidak ada dependensi transitif.</a:t>
            </a:r>
          </a:p>
          <a:p>
            <a:pPr>
              <a:defRPr sz="1600"/>
            </a:pPr>
            <a:r>
              <a:t>   Contoh: Harga kategori tidak diletakkan di tabel tiket, melainkan</a:t>
            </a:r>
          </a:p>
          <a:p>
            <a:pPr>
              <a:defRPr sz="1600"/>
            </a:pPr>
            <a:r>
              <a:t>   diletakkan id kategori yang merujuk ke master 'categories'.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MASUKKAN SCREENSHOT DI SINI ]</a:t>
            </a:r>
          </a:p>
          <a:p>
            <a:r>
              <a:t>Klik Kanan -&gt; Change Picture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